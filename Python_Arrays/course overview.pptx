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5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6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6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9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3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92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99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9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1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D77F1-0B9C-4725-A6A4-71AA4E0BECB9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5B5C7-2F09-4FCF-BF22-93B0EBD58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091" y="249527"/>
            <a:ext cx="3366655" cy="457055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Course overview: -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091" y="817418"/>
            <a:ext cx="11679382" cy="568036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What is an Array?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Implementing Arrays in Python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Homogeneous and Heterogeneous Arrays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Hands-On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l"/>
            <a:r>
              <a:rPr lang="en-US" dirty="0" smtClean="0"/>
              <a:t>What is an Array?</a:t>
            </a:r>
          </a:p>
          <a:p>
            <a:pPr algn="l"/>
            <a:r>
              <a:rPr lang="en-US" dirty="0" smtClean="0"/>
              <a:t>An array can be defined as a storage or container or similar items placed in contiguous memory locations.</a:t>
            </a:r>
          </a:p>
          <a:p>
            <a:pPr algn="l"/>
            <a:r>
              <a:rPr lang="en-US" dirty="0" smtClean="0"/>
              <a:t>It can be any data type.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smtClean="0"/>
              <a:t>Homogeneous arrays: will contain the elements of the same data type.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smtClean="0"/>
              <a:t>Heterogeneous Arrays: will contain elements that may not be of the same data type.: N number of elements of different </a:t>
            </a:r>
            <a:r>
              <a:rPr lang="en-US" smtClean="0"/>
              <a:t>data types.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5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 with below understanding: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array module: CRUD Operations</a:t>
            </a:r>
          </a:p>
          <a:p>
            <a:r>
              <a:rPr lang="en-US" dirty="0" smtClean="0"/>
              <a:t>Searching and Sorting Arrays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 Arrays: CRUD Operations</a:t>
            </a:r>
          </a:p>
          <a:p>
            <a:r>
              <a:rPr lang="en-US" dirty="0" smtClean="0"/>
              <a:t>Searching and Sorting </a:t>
            </a:r>
            <a:r>
              <a:rPr lang="en-US" dirty="0" err="1" smtClean="0"/>
              <a:t>Numpy</a:t>
            </a:r>
            <a:r>
              <a:rPr lang="en-US" dirty="0" smtClean="0"/>
              <a:t> Arrays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240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112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Course overview: -</vt:lpstr>
      <vt:lpstr>Conclusions with below understanding: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overview: -</dc:title>
  <dc:creator>Personal PC</dc:creator>
  <cp:lastModifiedBy>Personal PC</cp:lastModifiedBy>
  <cp:revision>3</cp:revision>
  <dcterms:created xsi:type="dcterms:W3CDTF">2025-11-07T06:40:18Z</dcterms:created>
  <dcterms:modified xsi:type="dcterms:W3CDTF">2025-11-07T17:57:40Z</dcterms:modified>
</cp:coreProperties>
</file>